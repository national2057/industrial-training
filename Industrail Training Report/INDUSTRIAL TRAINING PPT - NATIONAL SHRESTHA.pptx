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4660"/>
  </p:normalViewPr>
  <p:slideViewPr>
    <p:cSldViewPr snapToGrid="0">
      <p:cViewPr varScale="1">
        <p:scale>
          <a:sx n="42" d="100"/>
          <a:sy n="42" d="100"/>
        </p:scale>
        <p:origin x="67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333060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477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079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hf hdr="0" ftr="0" dt="0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209672" y="-234508"/>
            <a:ext cx="24803344" cy="14008107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Presentation Title…"/>
          <p:cNvSpPr txBox="1"/>
          <p:nvPr/>
        </p:nvSpPr>
        <p:spPr>
          <a:xfrm>
            <a:off x="3247247" y="5199159"/>
            <a:ext cx="17889513" cy="3795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MIND RISER’S CONSORTIUM</a:t>
            </a:r>
            <a:b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INDUSTRIAL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3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337963" y="2027648"/>
            <a:ext cx="5708074" cy="1644378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00 . 00 . 2022"/>
          <p:cNvSpPr txBox="1"/>
          <p:nvPr/>
        </p:nvSpPr>
        <p:spPr>
          <a:xfrm>
            <a:off x="9798730" y="11529275"/>
            <a:ext cx="4786567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National Shrestha | Sept. 2019 Intake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01247" y="1142667"/>
            <a:ext cx="39169" cy="10433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9459217" y="11879270"/>
            <a:ext cx="4078372" cy="1171711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1440872" y="1079500"/>
            <a:ext cx="21252873" cy="1435100"/>
          </a:xfrm>
        </p:spPr>
        <p:txBody>
          <a:bodyPr>
            <a:normAutofit/>
          </a:bodyPr>
          <a:lstStyle/>
          <a:p>
            <a:pPr algn="ctr"/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of Context</a:t>
            </a:r>
            <a:endParaRPr lang="en-US" sz="5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1440872" y="2854036"/>
            <a:ext cx="21252873" cy="8696669"/>
          </a:xfrm>
        </p:spPr>
        <p:txBody>
          <a:bodyPr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x-none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x-none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Organization background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x-none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 of the job function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x-none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 encountred during the internship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x-none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Solutuons to problems encountered during the internship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x-none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 of the experience gained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x-none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005332" y="2730600"/>
            <a:ext cx="21971000" cy="8256012"/>
          </a:xfrm>
        </p:spPr>
        <p:txBody>
          <a:bodyPr>
            <a:normAutofit lnSpcReduction="10000"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Industrial </a:t>
            </a: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gives </a:t>
            </a: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under-graduate </a:t>
            </a: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 a practical learning opportunity that enables them to apply their academic knowledge to real-world circumstances</a:t>
            </a: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1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 </a:t>
            </a: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will experience working in a real workplace. They will be able to understand how the process works and what it is that needs to be done in a business environment.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giving them knowledge and experience regarding how work and school connect, it helps students' professional development.</a:t>
            </a:r>
            <a:endParaRPr lang="x-none" sz="5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459217" y="11879270"/>
            <a:ext cx="4078372" cy="1171711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919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685800" indent="-685800" algn="ctr"/>
            <a:r>
              <a:rPr lang="x-none" sz="8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Organization background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023620" y="2931768"/>
            <a:ext cx="21971000" cy="8256012"/>
          </a:xfrm>
        </p:spPr>
        <p:txBody>
          <a:bodyPr>
            <a:no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Mind Riser’s Consortium is </a:t>
            </a: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Company that </a:t>
            </a: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 been in business in Nepal for </a:t>
            </a: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than five years</a:t>
            </a: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Located in </a:t>
            </a: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Putalisadak, Kathmandu</a:t>
            </a: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Mind Risers is a parent company of jobrisers.com, tummytruck.com.np, digitalpalika.org , mind risers software development company, and the training institute</a:t>
            </a: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1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Being </a:t>
            </a: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market for </a:t>
            </a: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than 9 </a:t>
            </a: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years, </a:t>
            </a: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Mind Risers has </a:t>
            </a: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really gather some best team for itself which has working continuously and effectively. </a:t>
            </a:r>
            <a:endParaRPr lang="x-none" sz="5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x-none" sz="5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459217" y="11879270"/>
            <a:ext cx="4078372" cy="1171711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3880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908" y="901061"/>
            <a:ext cx="21971000" cy="1435100"/>
          </a:xfrm>
        </p:spPr>
        <p:txBody>
          <a:bodyPr/>
          <a:lstStyle/>
          <a:p>
            <a:pPr algn="ctr"/>
            <a:r>
              <a:rPr lang="en-US" dirty="0"/>
              <a:t>Summary of the job function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206500" y="2624328"/>
            <a:ext cx="21971000" cy="8256012"/>
          </a:xfrm>
        </p:spPr>
        <p:txBody>
          <a:bodyPr>
            <a:noAutofit/>
          </a:bodyPr>
          <a:lstStyle/>
          <a:p>
            <a:pPr marL="685800" lvl="1" indent="-685800">
              <a:buFont typeface="Arial" panose="020B0604020202020204" pitchFamily="34" charset="0"/>
              <a:buChar char="•"/>
            </a:pP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Converting a design of a UI into a website by coding.</a:t>
            </a:r>
          </a:p>
          <a:p>
            <a:pPr marL="685800" lvl="1" indent="-685800">
              <a:buFont typeface="Arial" panose="020B0604020202020204" pitchFamily="34" charset="0"/>
              <a:buChar char="•"/>
            </a:pP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Making a website interactive and responsive using CSS and Tailwind CSS.</a:t>
            </a:r>
          </a:p>
          <a:p>
            <a:pPr marL="685800" lvl="1" indent="-685800">
              <a:buFont typeface="Arial" panose="020B0604020202020204" pitchFamily="34" charset="0"/>
              <a:buChar char="•"/>
            </a:pP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Making respondable forms using form handling and validation using Formik and Yup.</a:t>
            </a:r>
          </a:p>
          <a:p>
            <a:pPr marL="685800" lvl="1" indent="-685800">
              <a:buFont typeface="Arial" panose="020B0604020202020204" pitchFamily="34" charset="0"/>
              <a:buChar char="•"/>
            </a:pP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fetch API from the backend using RTK Query. </a:t>
            </a:r>
          </a:p>
          <a:p>
            <a:pPr marL="685800" lvl="1" indent="-685800">
              <a:buFont typeface="Arial" panose="020B0604020202020204" pitchFamily="34" charset="0"/>
              <a:buChar char="•"/>
            </a:pP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Login and </a:t>
            </a:r>
            <a:r>
              <a:rPr lang="en-US" sz="51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signu</a:t>
            </a:r>
            <a:r>
              <a:rPr lang="en-US" sz="51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authentication</a:t>
            </a:r>
            <a:endParaRPr lang="en-US" sz="5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0800" y="11886057"/>
            <a:ext cx="4076700" cy="117157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44310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encountered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during the internship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206500" y="2789144"/>
            <a:ext cx="21971000" cy="8256012"/>
          </a:xfrm>
        </p:spPr>
        <p:txBody>
          <a:bodyPr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time use of Tailwind CSS, so many terminologies are new.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Formik and yup was new libraries to me, so I found it hard to understand.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 of a Image was very hard for me to do.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Made a lots of confusion while fetching a API using RTK Query.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Login and registration authentication was also very difficult for me to do.</a:t>
            </a:r>
            <a:endParaRPr lang="en-US" sz="5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0800" y="11959780"/>
            <a:ext cx="4076700" cy="117157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82849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0251" y="731713"/>
            <a:ext cx="21971000" cy="180074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problems encountered during the internship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200251" y="3296636"/>
            <a:ext cx="21971000" cy="8256012"/>
          </a:xfrm>
        </p:spPr>
        <p:txBody>
          <a:bodyPr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took the help </a:t>
            </a: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the official website of Tailwind CSS to </a:t>
            </a: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them.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Took the help from </a:t>
            </a: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YouTube to understand Formik and Yup.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validation, I took a help from my supervisor and colleagues.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also took a help from ChapGPT to understand in some cases.</a:t>
            </a:r>
            <a:endParaRPr lang="en-US" sz="5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Took feedbacks from supervisor on regular basis.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0800" y="11959780"/>
            <a:ext cx="4076700" cy="117157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9766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0251" y="731713"/>
            <a:ext cx="21971000" cy="180074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 of the experience gained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200251" y="3296636"/>
            <a:ext cx="21971000" cy="8256012"/>
          </a:xfrm>
        </p:spPr>
        <p:txBody>
          <a:bodyPr>
            <a:normAutofit/>
          </a:bodyPr>
          <a:lstStyle/>
          <a:p>
            <a:r>
              <a:rPr lang="en-US" sz="5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Skills: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 handling and validation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Redux Toolkit for State Management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RTK query for fetching the </a:t>
            </a: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</a:t>
            </a:r>
            <a:endParaRPr lang="en-US" sz="5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0800" y="11959780"/>
            <a:ext cx="4076700" cy="117157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21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0251" y="731713"/>
            <a:ext cx="21971000" cy="180074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 of the experience gained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200251" y="3296636"/>
            <a:ext cx="21971000" cy="8256012"/>
          </a:xfrm>
        </p:spPr>
        <p:txBody>
          <a:bodyPr>
            <a:normAutofit/>
          </a:bodyPr>
          <a:lstStyle/>
          <a:p>
            <a:r>
              <a:rPr lang="en-US" sz="5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 </a:t>
            </a:r>
            <a:r>
              <a:rPr lang="en-US" sz="51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Skills:</a:t>
            </a:r>
            <a:endParaRPr lang="en-US" sz="5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Collaboration with seniors.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</a:t>
            </a: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for tasks given.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Attention to details while doing code</a:t>
            </a: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sz="51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Having professional communication.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0800" y="11959780"/>
            <a:ext cx="4076700" cy="117157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06331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0251" y="642271"/>
            <a:ext cx="21971000" cy="180074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384504" y="2947509"/>
            <a:ext cx="21971000" cy="9590485"/>
          </a:xfrm>
        </p:spPr>
        <p:txBody>
          <a:bodyPr>
            <a:noAutofit/>
          </a:bodyPr>
          <a:lstStyle/>
          <a:p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this experience of internship, I have done a self-assessment on myself to discover my fears during an interview. My internship as a frontend developer has been an </a:t>
            </a: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precious </a:t>
            </a: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</a:t>
            </a: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 and a significant </a:t>
            </a: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in </a:t>
            </a:r>
            <a:r>
              <a:rPr lang="en-US" sz="5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career. Over the course of the internship, I had the opportunity to work on various projects and collaborate with a talented team, which enhanced my technical skills and expanded my knowledge in frontend development</a:t>
            </a:r>
            <a:r>
              <a:rPr lang="en-US" sz="5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5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5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5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0800" y="11959780"/>
            <a:ext cx="4076700" cy="117157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033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532</Words>
  <Application>Microsoft Office PowerPoint</Application>
  <PresentationFormat>Custom</PresentationFormat>
  <Paragraphs>63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Georgia</vt:lpstr>
      <vt:lpstr>Helvetica Neue</vt:lpstr>
      <vt:lpstr>Helvetica Neue Medium</vt:lpstr>
      <vt:lpstr>21_BasicWhite</vt:lpstr>
      <vt:lpstr>PowerPoint Presentation</vt:lpstr>
      <vt:lpstr>Table of Context</vt:lpstr>
      <vt:lpstr>Introduction</vt:lpstr>
      <vt:lpstr>Organization background</vt:lpstr>
      <vt:lpstr>Summary of the job function</vt:lpstr>
      <vt:lpstr>Problems encountered during the internship</vt:lpstr>
      <vt:lpstr>Solutions to problems encountered during the internship</vt:lpstr>
      <vt:lpstr>Summary of the experience gained</vt:lpstr>
      <vt:lpstr>Summary of the experience gained</vt:lpstr>
      <vt:lpstr>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National</dc:creator>
  <cp:lastModifiedBy>Microsoft account</cp:lastModifiedBy>
  <cp:revision>34</cp:revision>
  <dcterms:modified xsi:type="dcterms:W3CDTF">2023-06-09T11:11:36Z</dcterms:modified>
</cp:coreProperties>
</file>