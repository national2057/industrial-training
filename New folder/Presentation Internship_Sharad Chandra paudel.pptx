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2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kal Koju" initials="BK" lastIdx="1" clrIdx="0">
    <p:extLst>
      <p:ext uri="{19B8F6BF-5375-455C-9EA6-DF929625EA0E}">
        <p15:presenceInfo xmlns:p15="http://schemas.microsoft.com/office/powerpoint/2012/main" userId="91b3b6dce8cbe3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4" autoAdjust="0"/>
    <p:restoredTop sz="79614" autoAdjust="0"/>
  </p:normalViewPr>
  <p:slideViewPr>
    <p:cSldViewPr snapToGrid="0">
      <p:cViewPr varScale="1">
        <p:scale>
          <a:sx n="99" d="100"/>
          <a:sy n="99" d="100"/>
        </p:scale>
        <p:origin x="13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1791A-81AF-41E5-BAEE-5F233F77D95E}" type="datetimeFigureOut">
              <a:rPr lang="en-US" smtClean="0"/>
              <a:t>6/13/22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0815F-4396-4860-A701-04C57AED7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5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0815F-4396-4860-A701-04C57AED77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38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0815F-4396-4860-A701-04C57AED77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91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81600" y="6324601"/>
            <a:ext cx="2844800" cy="365125"/>
          </a:xfrm>
        </p:spPr>
        <p:txBody>
          <a:bodyPr/>
          <a:lstStyle/>
          <a:p>
            <a:fld id="{B532305C-D5CF-4184-8090-E5589D413F35}" type="datetime1">
              <a:rPr lang="en-US" smtClean="0"/>
              <a:t>6/13/22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simoli\Downloads\Stall Flex_Sunway_IERIN Fair 016-0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144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imoli\Downloads\Stall Flex_Sunway_IERIN Fair 016-0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144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038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13580" y="6324601"/>
            <a:ext cx="2844800" cy="365125"/>
          </a:xfrm>
        </p:spPr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3" descr="C:\Users\simoli\Downloads\logo_final_sunway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0799" y="4267200"/>
            <a:ext cx="7250380" cy="384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3" descr="C:\Users\simoli\Downloads\logo_final_sunway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0799" y="4267200"/>
            <a:ext cx="7250380" cy="384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2547-E385-403B-81F1-F2535848A52F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2942-D171-4097-9615-91A30B396E80}" type="datetime1">
              <a:rPr lang="en-US" smtClean="0"/>
              <a:t>6/13/22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D2801-FE17-46D0-8DDF-0D8C4F20A925}" type="datetime1">
              <a:rPr lang="en-US" smtClean="0"/>
              <a:t>6/13/22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A27-FBD3-4BEC-9A3C-54AA893302B3}" type="datetime1">
              <a:rPr lang="en-US" smtClean="0"/>
              <a:t>6/13/22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561D-6B29-4022-9018-C3AAA364D0EA}" type="datetime1">
              <a:rPr lang="en-US" smtClean="0"/>
              <a:t>6/13/22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571C-A395-45FD-906A-50151BC7E062}" type="datetime1">
              <a:rPr lang="en-US" smtClean="0"/>
              <a:t>6/13/22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6061-A2E2-4BFA-AEFE-2DE797895A4A}" type="datetime1">
              <a:rPr lang="en-US" smtClean="0"/>
              <a:t>6/13/22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C0FA-EAD7-409B-86A4-011FDEC95D7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D768-1493-4CC8-AC41-DAD8C62C9D54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0363E-B036-4F90-B2BC-9E83FD229732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710597" y="4081277"/>
            <a:ext cx="4636957" cy="1837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6BFE4-A658-30A7-9507-8016098788F6}"/>
              </a:ext>
            </a:extLst>
          </p:cNvPr>
          <p:cNvSpPr txBox="1"/>
          <p:nvPr/>
        </p:nvSpPr>
        <p:spPr>
          <a:xfrm>
            <a:off x="1529806" y="1996225"/>
            <a:ext cx="9132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P" sz="4000" b="1" dirty="0"/>
              <a:t>SMP Pvt. Ltd.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8C503-F3EA-8B6D-2C39-B0D1BDCE1C6D}"/>
              </a:ext>
            </a:extLst>
          </p:cNvPr>
          <p:cNvSpPr txBox="1"/>
          <p:nvPr/>
        </p:nvSpPr>
        <p:spPr>
          <a:xfrm>
            <a:off x="332072" y="3363402"/>
            <a:ext cx="53833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500" b="1" dirty="0"/>
              <a:t>Presented by: Sharad Chandra Paudel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A18F9-70F8-E6B8-07D3-7874D5B39D0A}"/>
              </a:ext>
            </a:extLst>
          </p:cNvPr>
          <p:cNvSpPr txBox="1"/>
          <p:nvPr/>
        </p:nvSpPr>
        <p:spPr>
          <a:xfrm>
            <a:off x="6476561" y="3350523"/>
            <a:ext cx="52689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500" b="1" dirty="0"/>
              <a:t>Presented to: Dr. Rajeev Kumar Shah</a:t>
            </a:r>
          </a:p>
        </p:txBody>
      </p:sp>
    </p:spTree>
    <p:extLst>
      <p:ext uri="{BB962C8B-B14F-4D97-AF65-F5344CB8AC3E}">
        <p14:creationId xmlns:p14="http://schemas.microsoft.com/office/powerpoint/2010/main" val="142079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45FA-B542-939A-E3E6-81EE476EC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9A759-1909-CF3F-E3DC-D02E48F7A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P" dirty="0"/>
              <a:t>Introduction</a:t>
            </a:r>
          </a:p>
          <a:p>
            <a:r>
              <a:rPr lang="en-NP" dirty="0"/>
              <a:t>Organization background</a:t>
            </a:r>
          </a:p>
          <a:p>
            <a:r>
              <a:rPr lang="en-NP" dirty="0"/>
              <a:t>Summary of the job function</a:t>
            </a:r>
          </a:p>
          <a:p>
            <a:r>
              <a:rPr lang="en-NP" dirty="0"/>
              <a:t>Problems encountred during the internship</a:t>
            </a:r>
          </a:p>
          <a:p>
            <a:r>
              <a:rPr lang="en-NP" dirty="0"/>
              <a:t>Solutuons to problems encountered during the internship</a:t>
            </a:r>
          </a:p>
          <a:p>
            <a:r>
              <a:rPr lang="en-NP" dirty="0"/>
              <a:t>Summary of the experience gained</a:t>
            </a:r>
          </a:p>
          <a:p>
            <a:r>
              <a:rPr lang="en-NP" dirty="0"/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B4C71-F4E7-6149-9595-74354B29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75BD3-5B53-B44A-B7A1-47D46E14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11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1648-C5C3-B2B2-2CDE-2A5B6133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E12E3-AF3B-4CEC-DB23-CE13AFDA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Industrial training is a practical learning program/work experience for students enrolled in a college. </a:t>
            </a:r>
          </a:p>
          <a:p>
            <a:endParaRPr lang="en-US" dirty="0"/>
          </a:p>
          <a:p>
            <a:r>
              <a:rPr lang="en-US" dirty="0"/>
              <a:t>Students will gain work experience in a real workplace context. They will comprehend the workflow and the purpose of the work in a professional setting. </a:t>
            </a:r>
          </a:p>
          <a:p>
            <a:endParaRPr lang="en-US" dirty="0"/>
          </a:p>
          <a:p>
            <a:r>
              <a:rPr lang="en-US" dirty="0"/>
              <a:t>It benefits students' professional development by providing experience and understanding about the interaction between study and employment.</a:t>
            </a:r>
            <a:endParaRPr lang="en-NP" dirty="0"/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44421-8B36-EA4A-D985-63EAFA81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F7AAA-C14C-9EBE-91AC-718947F9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2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89F4-7BC0-E5E8-6A57-15EA59DC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Organizational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57AB-701A-FF55-99B7-07CEFA27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SMP Pvt. Ltd. is a Digital Marketing Agency that has been in business in Nepal for nine years. </a:t>
            </a:r>
          </a:p>
          <a:p>
            <a:endParaRPr lang="en-US" dirty="0"/>
          </a:p>
          <a:p>
            <a:r>
              <a:rPr lang="en-US" dirty="0"/>
              <a:t>Located in </a:t>
            </a:r>
            <a:r>
              <a:rPr lang="en-US" dirty="0" err="1"/>
              <a:t>Lazimpat</a:t>
            </a:r>
            <a:r>
              <a:rPr lang="en-US" dirty="0"/>
              <a:t>, Kathmandu the company has been helping the brands and other companies to thrive in the digital platforms such as Facebook, Instagram, twitter and more. </a:t>
            </a:r>
          </a:p>
          <a:p>
            <a:endParaRPr lang="en-US" dirty="0"/>
          </a:p>
          <a:p>
            <a:r>
              <a:rPr lang="en-US" dirty="0"/>
              <a:t>Being in the market for around 9 years, SMP has really gather some best team for itself which has working continuously and effectively. </a:t>
            </a:r>
            <a:endParaRPr lang="en-NP" dirty="0"/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A1005-3AC2-D7F6-7DD6-32F868BA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43D05-0FD4-046F-400A-BFFB7410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4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A4E8-FCB7-1DFF-042D-A99C3054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Summary of the job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F0EA-4890-2060-A9C1-11861709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1150600" cy="419099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Use Grammarly to check the grammatical errors in the caption written. </a:t>
            </a:r>
          </a:p>
          <a:p>
            <a:pPr lvl="0"/>
            <a:endParaRPr lang="en-NP" dirty="0"/>
          </a:p>
          <a:p>
            <a:pPr lvl="0"/>
            <a:r>
              <a:rPr lang="en-US" dirty="0"/>
              <a:t>Use </a:t>
            </a:r>
            <a:r>
              <a:rPr lang="en-US" dirty="0" err="1"/>
              <a:t>besthashtag.com</a:t>
            </a:r>
            <a:r>
              <a:rPr lang="en-US" dirty="0"/>
              <a:t> to search relevant hashtags. </a:t>
            </a:r>
          </a:p>
          <a:p>
            <a:pPr lvl="0"/>
            <a:endParaRPr lang="en-NP" dirty="0"/>
          </a:p>
          <a:p>
            <a:pPr lvl="0"/>
            <a:r>
              <a:rPr lang="en-US" dirty="0"/>
              <a:t> I was asked to create posts on Facebook and Instagram using Facebook Business Manager tool. </a:t>
            </a:r>
            <a:endParaRPr lang="en-NP" dirty="0"/>
          </a:p>
          <a:p>
            <a:pPr lvl="0"/>
            <a:r>
              <a:rPr lang="en-US" dirty="0"/>
              <a:t>My responsibility was to use google to find the product details and save them next to respective product using google sheet. </a:t>
            </a:r>
          </a:p>
          <a:p>
            <a:pPr lvl="0"/>
            <a:endParaRPr lang="en-NP" dirty="0"/>
          </a:p>
          <a:p>
            <a:pPr lvl="0"/>
            <a:r>
              <a:rPr lang="en-US" dirty="0"/>
              <a:t>My responsibility was to save the product image from google and name them in the sequential order as maintained in the google sheet. </a:t>
            </a:r>
          </a:p>
          <a:p>
            <a:pPr lvl="0"/>
            <a:endParaRPr lang="en-NP" dirty="0"/>
          </a:p>
          <a:p>
            <a:pPr lvl="0"/>
            <a:r>
              <a:rPr lang="en-US" dirty="0"/>
              <a:t>My role was also to upload those products on different ecommerce vendor side like </a:t>
            </a:r>
            <a:r>
              <a:rPr lang="en-US" dirty="0" err="1"/>
              <a:t>Daraz</a:t>
            </a:r>
            <a:r>
              <a:rPr lang="en-US" dirty="0"/>
              <a:t>.  </a:t>
            </a:r>
            <a:endParaRPr lang="en-NP" dirty="0"/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BE847-99B2-0D32-7F60-8A667C71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B533F-8ADF-C7D3-C1F3-ED3B9F0D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6A09-B8A0-173D-D544-49268C8E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Problems encountered during the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ADED6-524C-32C6-4D71-54EABA212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little idea about digital marketing, so some terminologies were new.</a:t>
            </a:r>
            <a:r>
              <a:rPr lang="en-NP" dirty="0"/>
              <a:t> </a:t>
            </a:r>
          </a:p>
          <a:p>
            <a:r>
              <a:rPr lang="en-US" dirty="0"/>
              <a:t>Facebook business manager was a new tool for me, so I found it hard to navigate things.</a:t>
            </a:r>
            <a:r>
              <a:rPr lang="en-NP" dirty="0"/>
              <a:t> </a:t>
            </a:r>
          </a:p>
          <a:p>
            <a:r>
              <a:rPr lang="en-US" dirty="0"/>
              <a:t>Finding relevant hashtags for social media post took a little longer time for me to catch on.</a:t>
            </a:r>
            <a:r>
              <a:rPr lang="en-NP" dirty="0"/>
              <a:t> </a:t>
            </a:r>
          </a:p>
          <a:p>
            <a:r>
              <a:rPr lang="en-US" dirty="0"/>
              <a:t>Made a lot of mistakes while writing captions.</a:t>
            </a:r>
            <a:r>
              <a:rPr lang="en-NP" dirty="0"/>
              <a:t> </a:t>
            </a:r>
          </a:p>
          <a:p>
            <a:pPr marL="0" indent="0">
              <a:buNone/>
            </a:pPr>
            <a:endParaRPr lang="en-NP" dirty="0"/>
          </a:p>
          <a:p>
            <a:endParaRPr lang="en-NP" dirty="0"/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8E34-1568-A6A1-1408-A8357B7E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74B64-FD8C-24EF-1660-92C230F5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2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7F35-C203-E872-320E-41FE1C4B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1290300" cy="944561"/>
          </a:xfrm>
        </p:spPr>
        <p:txBody>
          <a:bodyPr>
            <a:normAutofit fontScale="90000"/>
          </a:bodyPr>
          <a:lstStyle/>
          <a:p>
            <a:r>
              <a:rPr lang="en-NP" dirty="0"/>
              <a:t>Solutions to</a:t>
            </a:r>
            <a:br>
              <a:rPr lang="en-NP" dirty="0"/>
            </a:br>
            <a:r>
              <a:rPr lang="en-NP" dirty="0"/>
              <a:t>Problem encountered during the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1AB8-F550-034F-4584-5F6DA4C77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took the help from YouTube to understand them. </a:t>
            </a:r>
          </a:p>
          <a:p>
            <a:r>
              <a:rPr lang="en-US" dirty="0"/>
              <a:t>Took the help from supervisor to use Facebook business manager first. </a:t>
            </a:r>
          </a:p>
          <a:p>
            <a:r>
              <a:rPr lang="en-US" dirty="0"/>
              <a:t>Took feedbacks from supervisor on regular basis. </a:t>
            </a:r>
          </a:p>
          <a:p>
            <a:r>
              <a:rPr lang="en-US" dirty="0"/>
              <a:t>Used the Grammarly to rectify those mistakes.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68688-EEB9-EB17-E9E6-EF6E6AB3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D06B1-2497-F86B-A12E-105CAB9B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5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5CB6-2B3A-3DBB-E112-108EDDAC7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Summary of the experience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4D81-B748-C892-BAD5-8EFB1B739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1"/>
            <a:ext cx="11277600" cy="4038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Technical Skills: </a:t>
            </a:r>
            <a:endParaRPr lang="en-NP" b="1" dirty="0"/>
          </a:p>
          <a:p>
            <a:pPr lvl="0"/>
            <a:r>
              <a:rPr lang="en-US" dirty="0"/>
              <a:t>Using Facebook business manager to make and schedule posts. </a:t>
            </a:r>
            <a:endParaRPr lang="en-NP" dirty="0"/>
          </a:p>
          <a:p>
            <a:pPr lvl="0"/>
            <a:r>
              <a:rPr lang="en-US" dirty="0"/>
              <a:t>Use of google sheet for maintaining products details. </a:t>
            </a:r>
            <a:endParaRPr lang="en-NP" dirty="0"/>
          </a:p>
          <a:p>
            <a:pPr lvl="0"/>
            <a:r>
              <a:rPr lang="en-US" dirty="0"/>
              <a:t>Gained few insights on using online tools to find relevant hashtags. </a:t>
            </a:r>
            <a:endParaRPr lang="en-NP" dirty="0"/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B8AA4-F4EF-63E3-9F89-CC324B5C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D3133-178A-9C51-60B3-0CFA89F3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F909-CF72-C581-A1DE-65CE0C37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Summary of the experience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FD652-181E-90B9-6C38-C9479CA30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b="1" dirty="0"/>
              <a:t>Soft Skills</a:t>
            </a:r>
          </a:p>
          <a:p>
            <a:pPr lvl="0"/>
            <a:r>
              <a:rPr lang="en-US" dirty="0"/>
              <a:t>Collaboration with seniors. </a:t>
            </a:r>
            <a:endParaRPr lang="en-NP" dirty="0"/>
          </a:p>
          <a:p>
            <a:pPr lvl="0"/>
            <a:r>
              <a:rPr lang="en-US" dirty="0"/>
              <a:t>Having professional communication. </a:t>
            </a:r>
            <a:endParaRPr lang="en-NP" dirty="0"/>
          </a:p>
          <a:p>
            <a:pPr lvl="0"/>
            <a:r>
              <a:rPr lang="en-US" dirty="0"/>
              <a:t>Time management for tasks given. </a:t>
            </a:r>
            <a:endParaRPr lang="en-NP" dirty="0"/>
          </a:p>
          <a:p>
            <a:pPr lvl="0"/>
            <a:r>
              <a:rPr lang="en-US" dirty="0"/>
              <a:t>Attention to details while making posts. </a:t>
            </a:r>
            <a:endParaRPr lang="en-NP" dirty="0"/>
          </a:p>
          <a:p>
            <a:pPr marL="0" indent="0">
              <a:buNone/>
            </a:pPr>
            <a:endParaRPr lang="en-NP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7F44-6464-3109-FE4E-5D3567CF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1E080-5F0E-F5E7-52D8-45B8F5A2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2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8E86-0B3A-D023-CFB0-44D9211D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0CB34-5EE0-8AAA-0EE2-B11270800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With this experience of internship, I have done a self-assessment on myself to discover my fears during an interview, my mode of communication while communicating to the professionals and my insecurities to work on an organization where I will be seen working and my tasks will be visible to many people on social media. </a:t>
            </a:r>
            <a:endParaRPr lang="en-NP" dirty="0"/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EA76D-B441-CB58-A966-15E5AEC0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7101-CBD6-4F53-A302-87DCA4CB1E27}" type="datetime1">
              <a:rPr lang="en-US" smtClean="0"/>
              <a:t>6/13/22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F698F-B71D-A64F-7400-A4BA0B5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49151"/>
      </p:ext>
    </p:extLst>
  </p:cSld>
  <p:clrMapOvr>
    <a:masterClrMapping/>
  </p:clrMapOvr>
</p:sld>
</file>

<file path=ppt/theme/theme1.xml><?xml version="1.0" encoding="utf-8"?>
<a:theme xmlns:a="http://schemas.openxmlformats.org/drawingml/2006/main" name="Sunway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nway Template" id="{523E7DBB-0CC8-4E3D-9F5C-957FE0DCBFB0}" vid="{652A268B-1399-4AF2-91F1-271B7F38FA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Sunway Template (1)</Template>
  <TotalTime>2052</TotalTime>
  <Words>550</Words>
  <Application>Microsoft Macintosh PowerPoint</Application>
  <PresentationFormat>Widescreen</PresentationFormat>
  <Paragraphs>79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Sunway Template</vt:lpstr>
      <vt:lpstr>PowerPoint Presentation</vt:lpstr>
      <vt:lpstr>Index</vt:lpstr>
      <vt:lpstr>Introduction</vt:lpstr>
      <vt:lpstr>Organizational background</vt:lpstr>
      <vt:lpstr>Summary of the job function</vt:lpstr>
      <vt:lpstr>Problems encountered during the internship</vt:lpstr>
      <vt:lpstr>Solutions to Problem encountered during the internship</vt:lpstr>
      <vt:lpstr>Summary of the experience gained</vt:lpstr>
      <vt:lpstr>Summary of the experience gained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Sunway Learning Community (SLC)</dc:title>
  <dc:creator>user</dc:creator>
  <cp:lastModifiedBy>Microsoft Office User</cp:lastModifiedBy>
  <cp:revision>176</cp:revision>
  <dcterms:created xsi:type="dcterms:W3CDTF">2019-02-07T10:14:34Z</dcterms:created>
  <dcterms:modified xsi:type="dcterms:W3CDTF">2022-06-13T08:07:05Z</dcterms:modified>
</cp:coreProperties>
</file>