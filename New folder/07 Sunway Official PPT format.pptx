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333060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09672" y="-234508"/>
            <a:ext cx="24803344" cy="1400810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Presentation Title…"/>
          <p:cNvSpPr txBox="1"/>
          <p:nvPr/>
        </p:nvSpPr>
        <p:spPr>
          <a:xfrm>
            <a:off x="6067727" y="6122488"/>
            <a:ext cx="12248546" cy="1949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dirty="0"/>
              <a:t>Presentation </a:t>
            </a:r>
            <a:r>
              <a:rPr dirty="0" smtClean="0"/>
              <a:t>Title</a:t>
            </a:r>
            <a:endParaRPr dirty="0"/>
          </a:p>
        </p:txBody>
      </p:sp>
      <p:pic>
        <p:nvPicPr>
          <p:cNvPr id="153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37963" y="2027648"/>
            <a:ext cx="5708074" cy="1644378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00 . 00 . 2022"/>
          <p:cNvSpPr txBox="1"/>
          <p:nvPr/>
        </p:nvSpPr>
        <p:spPr>
          <a:xfrm>
            <a:off x="9892498" y="11529275"/>
            <a:ext cx="4599016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Presenter Name | Batch Enrolled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01247" y="1142667"/>
            <a:ext cx="39169" cy="10433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459217" y="11879270"/>
            <a:ext cx="4078372" cy="1171711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1440872" y="1079500"/>
            <a:ext cx="21252873" cy="1435100"/>
          </a:xfrm>
        </p:spPr>
        <p:txBody>
          <a:bodyPr>
            <a:normAutofit/>
          </a:bodyPr>
          <a:lstStyle/>
          <a:p>
            <a:endParaRPr lang="en-US" sz="5400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1440872" y="2854036"/>
            <a:ext cx="21252873" cy="8696669"/>
          </a:xfrm>
        </p:spPr>
        <p:txBody>
          <a:bodyPr>
            <a:normAutofit/>
          </a:bodyPr>
          <a:lstStyle/>
          <a:p>
            <a:endParaRPr lang="en-US" sz="2800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</Words>
  <Application>Microsoft Office PowerPoint</Application>
  <PresentationFormat>Custom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Georgia</vt:lpstr>
      <vt:lpstr>Helvetica Neue</vt:lpstr>
      <vt:lpstr>Helvetica Neue Medium</vt:lpstr>
      <vt:lpstr>21_BasicWhite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BCS Coordinator</cp:lastModifiedBy>
  <cp:revision>3</cp:revision>
  <dcterms:modified xsi:type="dcterms:W3CDTF">2022-06-24T06:19:56Z</dcterms:modified>
</cp:coreProperties>
</file>